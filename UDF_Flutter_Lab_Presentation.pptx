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74320"/>
            <a:ext cx="2737363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28C28"/>
                </a:solidFill>
                <a:latin typeface="Calibri"/>
              </a:rPr>
              <a:t>SUBJECT: UDF FLUTTER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B3A5C"/>
                </a:solidFill>
                <a:latin typeface="Calibri"/>
              </a:rPr>
              <a:t>Temperature Converter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44B55"/>
                </a:solidFill>
                <a:latin typeface="Calibri"/>
              </a:rPr>
              <a:t>Demonstrating User Defined Functions (UDFs) in Dart &amp; Flutter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4114800"/>
            <a:ext cx="1828800" cy="4572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48463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956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A. Anirudh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376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B55"/>
                </a:solidFill>
                <a:latin typeface="Calibri"/>
              </a:rPr>
              <a:t>247R1A6603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48463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956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D. Srikar Reddy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376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B55"/>
                </a:solidFill>
                <a:latin typeface="Calibri"/>
              </a:rPr>
              <a:t>247R1A6621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846320"/>
            <a:ext cx="2743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956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5C"/>
                </a:solidFill>
                <a:latin typeface="Calibri"/>
              </a:rPr>
              <a:t>G. Prashanth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376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4B55"/>
                </a:solidFill>
                <a:latin typeface="Calibri"/>
              </a:rPr>
              <a:t>247R1A6622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B55"/>
                </a:solidFill>
                <a:latin typeface="Calibri"/>
              </a:rPr>
              <a:t>CMR Technical Campus  •  Explore to Invent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A cross-platform Flutter app that converts temperatures between Celsius, Fahrenheit and Kelvin, built to show how User Defined Functions keep code clean and modular.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Problem</a:t>
            </a:r>
            <a:r>
              <a:rPr sz="1600">
                <a:solidFill>
                  <a:srgbClr val="444B55"/>
                </a:solidFill>
              </a:rPr>
              <a:t> — beginner apps mix calculations directly inside button callbacks, making code hard to read and test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Our approach</a:t>
            </a:r>
            <a:r>
              <a:rPr sz="1600">
                <a:solidFill>
                  <a:srgbClr val="444B55"/>
                </a:solidFill>
              </a:rPr>
              <a:t> — all math lives in separate, reusable User Defined Functions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Platforms</a:t>
            </a:r>
            <a:r>
              <a:rPr sz="1600">
                <a:solidFill>
                  <a:srgbClr val="444B55"/>
                </a:solidFill>
              </a:rPr>
              <a:t> — runs on Android, iOS, Web, Windows, macOS and Linux from one codebase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Design</a:t>
            </a:r>
            <a:r>
              <a:rPr sz="1600">
                <a:solidFill>
                  <a:srgbClr val="444B55"/>
                </a:solidFill>
              </a:rPr>
              <a:t> — modern Material 3 UI with light and dark themes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a User Defined Function?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A UDF is a function written by the programmer (not built into the language) to perform one specific, reusable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Return type</a:t>
            </a:r>
            <a:r>
              <a:rPr sz="1600">
                <a:solidFill>
                  <a:srgbClr val="444B55"/>
                </a:solidFill>
              </a:rPr>
              <a:t> — the kind of value the function gives back (e.g. double)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Name</a:t>
            </a:r>
            <a:r>
              <a:rPr sz="1600">
                <a:solidFill>
                  <a:srgbClr val="444B55"/>
                </a:solidFill>
              </a:rPr>
              <a:t> — a meaningful identifier like celsiusToFahrenheit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Parameters</a:t>
            </a:r>
            <a:r>
              <a:rPr sz="1600">
                <a:solidFill>
                  <a:srgbClr val="444B55"/>
                </a:solidFill>
              </a:rPr>
              <a:t> — the inputs the function works 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Body</a:t>
            </a:r>
            <a:r>
              <a:rPr sz="1600">
                <a:solidFill>
                  <a:srgbClr val="444B55"/>
                </a:solidFill>
              </a:rPr>
              <a:t> — the statements that compute and return the result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Benefits</a:t>
            </a:r>
            <a:r>
              <a:rPr sz="1600">
                <a:solidFill>
                  <a:srgbClr val="444B55"/>
                </a:solidFill>
              </a:rPr>
              <a:t> — reusability, readability, easy testing and fewer bugs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56032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697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// Anatomy of a UDF in Dart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returnType name(param) {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// body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return value;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}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double celsiusToFahrenheit(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double celsius) {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return (celsius * 9 / 5) + 32;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Objectives &amp; Tools Used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The goal was to build a small but complete app that applies good engineering practices taught in the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Objective 1</a:t>
            </a:r>
            <a:r>
              <a:rPr sz="1600">
                <a:solidFill>
                  <a:srgbClr val="444B55"/>
                </a:solidFill>
              </a:rPr>
              <a:t> — implement every conversion as an independent UDF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Objective 2</a:t>
            </a:r>
            <a:r>
              <a:rPr sz="1600">
                <a:solidFill>
                  <a:srgbClr val="444B55"/>
                </a:solidFill>
              </a:rPr>
              <a:t> — separate business logic from UI (Separation of Concerns)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Objective 3</a:t>
            </a:r>
            <a:r>
              <a:rPr sz="1600">
                <a:solidFill>
                  <a:srgbClr val="444B55"/>
                </a:solidFill>
              </a:rPr>
              <a:t> — validate input against physical limits (absolute zero)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Objective 4</a:t>
            </a:r>
            <a:r>
              <a:rPr sz="1600">
                <a:solidFill>
                  <a:srgbClr val="444B55"/>
                </a:solidFill>
              </a:rPr>
              <a:t> — verify correctness with automated unit and widget tests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Tools</a:t>
            </a:r>
            <a:r>
              <a:rPr sz="1600">
                <a:solidFill>
                  <a:srgbClr val="444B55"/>
                </a:solidFill>
              </a:rPr>
              <a:t> — Flutter SDK, Dart 3, Material 3, VS Code / Android Studio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Architecture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The app is split into two layers: the UI only displays and collects data, while pure Dart UDFs do all the calculations.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lib/main.dart</a:t>
            </a:r>
            <a:r>
              <a:rPr sz="1600">
                <a:solidFill>
                  <a:srgbClr val="444B55"/>
                </a:solidFill>
              </a:rPr>
              <a:t> — app entry point, theme setup (light &amp; dark)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lib/screens/</a:t>
            </a:r>
            <a:r>
              <a:rPr sz="1600">
                <a:solidFill>
                  <a:srgbClr val="444B55"/>
                </a:solidFill>
              </a:rPr>
              <a:t> — TemperatureConverterScreen — holds state and user interaction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lib/widgets/</a:t>
            </a:r>
            <a:r>
              <a:rPr sz="1600">
                <a:solidFill>
                  <a:srgbClr val="444B55"/>
                </a:solidFill>
              </a:rPr>
              <a:t> — TemperatureDropdown — reusable unit selector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lib/utils/</a:t>
            </a:r>
            <a:r>
              <a:rPr sz="1600">
                <a:solidFill>
                  <a:srgbClr val="444B55"/>
                </a:solidFill>
              </a:rPr>
              <a:t> — temperature_functions.dart — all UDFs, no UI code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test/</a:t>
            </a:r>
            <a:r>
              <a:rPr sz="1600">
                <a:solidFill>
                  <a:srgbClr val="444B55"/>
                </a:solidFill>
              </a:rPr>
              <a:t> — unit tests for UDFs and widget tests for the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56032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697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PRESENTATION LAYER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ConverterScreen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TemperatureDropdown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      │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      │ calls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      ▼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BUSINESS LOGIC LAYER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convertTemperature()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validatePhysical...()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6 conversion UDFs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UDFs Implemented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Six conversion functions plus a dispatcher and a validator form the core logic of the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celsiusToFahrenheit / fahrenheitToCelsius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celsiusToKelvin / kelvinToCelsius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fahrenheitToKelvin / kelvinToFahrenheit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convertTemperature()</a:t>
            </a:r>
            <a:r>
              <a:rPr sz="1600">
                <a:solidFill>
                  <a:srgbClr val="444B55"/>
                </a:solidFill>
              </a:rPr>
              <a:t> — dispatcher that picks the right UDF based on the selected units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validatePhysicalTemperature()</a:t>
            </a:r>
            <a:r>
              <a:rPr sz="1600">
                <a:solidFill>
                  <a:srgbClr val="444B55"/>
                </a:solidFill>
              </a:rPr>
              <a:t> — rejects values below absolute zero (0 K / -273.15 °C / -459.67 °F)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56032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697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Conversion Formulas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°F = (°C × 9/5) + 32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°C = (°F − 32) × 5/9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K  = °C + 273.15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°C = K − 273.15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K  = (°F − 32) × 5/9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 + 273.15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°F = (K − 273.15) × 9/5</a:t>
            </a:r>
          </a:p>
          <a:p>
            <a:pPr algn="l"/>
            <a:r>
              <a:rPr sz="1400" b="0">
                <a:solidFill>
                  <a:srgbClr val="1B3A5C"/>
                </a:solidFill>
                <a:latin typeface="Consolas"/>
              </a:rPr>
              <a:t>     + 32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Features &amp; Testing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Besides converting values, the app guides the user with validation, formulas and a polished interface — and every function is tested.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Input validation</a:t>
            </a:r>
            <a:r>
              <a:rPr sz="1600">
                <a:solidFill>
                  <a:srgbClr val="444B55"/>
                </a:solidFill>
              </a:rPr>
              <a:t> — handles empty, non-numeric and below-absolute-zero inputs with clear messages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Formula display</a:t>
            </a:r>
            <a:r>
              <a:rPr sz="1600">
                <a:solidFill>
                  <a:srgbClr val="444B55"/>
                </a:solidFill>
              </a:rPr>
              <a:t> — shows the exact formula used for each conversion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Swap &amp; Clear</a:t>
            </a:r>
            <a:r>
              <a:rPr sz="1600">
                <a:solidFill>
                  <a:srgbClr val="444B55"/>
                </a:solidFill>
              </a:rPr>
              <a:t> — quickly reverse units or reset the form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Animated result card</a:t>
            </a:r>
            <a:r>
              <a:rPr sz="1600">
                <a:solidFill>
                  <a:srgbClr val="444B55"/>
                </a:solidFill>
              </a:rPr>
              <a:t> — smooth fade/scale animation in Material 3 style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Testing</a:t>
            </a:r>
            <a:r>
              <a:rPr sz="1600">
                <a:solidFill>
                  <a:srgbClr val="444B55"/>
                </a:solidFill>
              </a:rPr>
              <a:t> — unit tests for all UDFs + widget tests for the UI — all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38331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73152" cy="822960"/>
          </a:xfrm>
          <a:prstGeom prst="rect">
            <a:avLst/>
          </a:prstGeom>
          <a:solidFill>
            <a:srgbClr val="7A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B3A5C"/>
                </a:solidFill>
                <a:latin typeface="Calibri"/>
              </a:rPr>
              <a:t>The project shows that writing logic as User Defined Functions makes an app modular, reusable, easy to test and easy to extend.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Learned</a:t>
            </a:r>
            <a:r>
              <a:rPr sz="1600">
                <a:solidFill>
                  <a:srgbClr val="444B55"/>
                </a:solidFill>
              </a:rPr>
              <a:t> — function design, separation of concerns, state management and testing in Flutter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Result</a:t>
            </a:r>
            <a:r>
              <a:rPr sz="1600">
                <a:solidFill>
                  <a:srgbClr val="444B55"/>
                </a:solidFill>
              </a:rPr>
              <a:t> — a working, tested, cross-platform temperature converter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Future scope</a:t>
            </a:r>
            <a:r>
              <a:rPr sz="1600">
                <a:solidFill>
                  <a:srgbClr val="444B55"/>
                </a:solidFill>
              </a:rPr>
              <a:t> — add Rankine scale, conversion history, and other unit types (length, weight)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28C28"/>
                </a:solidFill>
              </a:rPr>
              <a:t>▸  </a:t>
            </a:r>
            <a:r>
              <a:rPr sz="1800" b="1">
                <a:solidFill>
                  <a:srgbClr val="1B3A5C"/>
                </a:solidFill>
              </a:rPr>
              <a:t>Thank You!</a:t>
            </a:r>
            <a:r>
              <a:rPr sz="1600">
                <a:solidFill>
                  <a:srgbClr val="444B55"/>
                </a:solidFill>
              </a:rPr>
              <a:t> — Questions are welcome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UDF Flutter Lab  |  Temperature Converter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9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44B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